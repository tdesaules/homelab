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 varScale="1">
        <p:scale>
          <a:sx n="90" d="100"/>
          <a:sy n="90" d="100"/>
        </p:scale>
        <p:origin x="175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728424-6860-3503-7F8B-2DA5670C29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2B7A361-4079-6F3D-FDCD-171760F7FF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337E1A-2F8F-4BB2-8611-DAE55E0B7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E1AAB0-EDA5-A02E-52E0-6F089687EB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FF23F83-B0B2-7A6F-9706-6C6ECF2B13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54022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DDB433-7B1D-4C82-AD6E-CACC1F6C0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80A8CE-F828-047A-908E-9F195A8313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8123E5D-98F8-D932-F9A0-0466B4CD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88C1710-941B-050F-6787-A36CDC8968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5FC5B51-E59C-9020-6F0D-449DF3E4F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62762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2CDA21-851E-1B2E-AD5B-D277B5D6C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4989D5E-359B-0300-612E-D7D9E7218C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251141-6152-FCB7-4BBD-0B2604A9B2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CFCAA61-6A49-A0BD-5CF6-5C5A470299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EB8C41-91F7-ABB3-F3F5-1A3F7723A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29835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FB7FC-0540-77E8-AE74-EA67E240C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8963762-5549-C5EA-1040-CF69C7B208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DA87B0-C400-FFE4-35A6-9B3BF4D8C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BBAC48-56AE-B114-75E1-312B1921D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2A3E7C9-79BA-81D9-6F95-A2CDA16C94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C59C3CD-A310-A1D0-7CEB-25A0AD892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380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EDCEF5-4BA2-690D-0D4C-31950F69A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4BBB4FC-CC00-2D12-2FF0-CD857FFC2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2BBACD-62FB-93C9-CDBB-A059238933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FA6C9AF-5175-C062-1033-6DB191D875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4AA2749-9530-95E0-E333-186C42465F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9827DE1-F47D-E1BC-D352-9D7ADB2F0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ABADEF6-9C05-A93C-1D12-585B997067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3F42645-81A8-F848-A0C9-FCC9C641C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68857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70AA9B-0899-95E4-1A23-3FAD1CDEB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9B77131-7186-5DCA-F5FC-0A8CDCE30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0492CA2-3E17-E848-676E-1C76535D0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8052672-84A4-48A3-8305-55D36A769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89164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348B419-447B-6106-8CB7-8D61AB930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28FCE23-7FE7-E078-FB4F-C07111156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7250CEB-948F-3ECA-705D-EACE4C131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2217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B8415-09B2-8763-B55B-63CA3936E7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B4D4620-DD45-908B-020B-088623818A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A462495-63BB-FD7E-A32B-126292E3CC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30F1854-474E-010E-5360-5F7B9FE2B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0CDB4C2-CC29-2185-E9EA-3B8F751DE0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CC982F6-FA75-14A8-5ED6-5AB9D05BC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3920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3587B2-C211-8872-DE7D-89B27EC4D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6335E36B-A73B-6F7B-3DBA-B1F5F194C2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D492F85-409E-5786-A3BB-E9A5F9B288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468629D-32E5-DB75-7F2E-041D403D3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B03032-07B4-DA93-0AEB-212F45821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C6406C-E1E5-4E5D-B8D3-FA642A281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7432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2541E4-D377-F0BB-85E5-D56434F40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E01B44-CF69-B50C-2328-27A482A82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F90953E-A913-9E3F-E4E9-FFC39D3679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085CB90-0B33-D637-9568-435D8F647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18A982-66F6-6F4B-8F39-C616A18B2C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331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80138C2-1086-3FB7-E01B-C2493B5E0D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A183D68-0A4A-5C1F-8749-23D53EC98B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5F388E3-86A2-BDC6-F051-88F1320F7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DA5945-AC18-691C-7E24-343CF37702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B66756-6348-288C-5C2C-7FE12113E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843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F080519-88E3-E0C0-4295-D948304F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9BD9CD-52BB-7407-ECBC-C4607BCB5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6E8AC5-76A0-827E-7FD0-FE463C1C86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BBB037-B74A-47A1-9282-892AB491A57A}" type="datetimeFigureOut">
              <a:rPr lang="zh-CN" altLang="en-US" smtClean="0"/>
              <a:t>2023/9/20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3F49BE-F0DB-B7A4-6C1A-C65F9EA9B0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19DD31-12CC-FAFA-76DE-9EC103D2E2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C2710B-4647-4C99-A5D1-F22B0BCAB8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3752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33A7C-2E74-526F-EA8D-20FF1B263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660"/>
            <a:ext cx="9144000" cy="950159"/>
          </a:xfrm>
        </p:spPr>
        <p:txBody>
          <a:bodyPr/>
          <a:lstStyle/>
          <a:p>
            <a:r>
              <a:rPr lang="en-US" altLang="zh-CN" dirty="0"/>
              <a:t>ZERO3 PCBA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D0C752-9740-324C-60E0-D5269FDA4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2615" y="1598184"/>
            <a:ext cx="4052929" cy="35253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3C05B9-4A57-A82A-7B07-5522BEBE97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693" y="1218713"/>
            <a:ext cx="4840563" cy="442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42682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6533A7C-2E74-526F-EA8D-20FF1B2632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8660"/>
            <a:ext cx="9144000" cy="950159"/>
          </a:xfrm>
        </p:spPr>
        <p:txBody>
          <a:bodyPr/>
          <a:lstStyle/>
          <a:p>
            <a:r>
              <a:rPr lang="en-US" altLang="zh-CN" dirty="0"/>
              <a:t>ZERO3 PCBA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8D89FF6-A92D-B135-AFEE-07775D07BD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2520" y="2147158"/>
            <a:ext cx="4457817" cy="411490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4C9C4558-9749-D37C-E2A3-7B412EC8F2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147158"/>
            <a:ext cx="4173969" cy="3767414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9816B48F-C8CE-1823-BC2A-645A570CA3B5}"/>
              </a:ext>
            </a:extLst>
          </p:cNvPr>
          <p:cNvSpPr txBox="1"/>
          <p:nvPr/>
        </p:nvSpPr>
        <p:spPr>
          <a:xfrm>
            <a:off x="2715182" y="6214661"/>
            <a:ext cx="1188607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TOP VIEW</a:t>
            </a:r>
            <a:endParaRPr lang="zh-CN" altLang="en-US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79FBF08A-153E-C0C5-9C8E-C4D17517DAFD}"/>
              </a:ext>
            </a:extLst>
          </p:cNvPr>
          <p:cNvSpPr txBox="1"/>
          <p:nvPr/>
        </p:nvSpPr>
        <p:spPr>
          <a:xfrm>
            <a:off x="8288212" y="6262066"/>
            <a:ext cx="1981200" cy="36933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BOTTOM  VIEW</a:t>
            </a:r>
            <a:endParaRPr lang="zh-CN" altLang="en-US" dirty="0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F8556C60-2624-BD3D-C2F4-599CC0825649}"/>
              </a:ext>
            </a:extLst>
          </p:cNvPr>
          <p:cNvSpPr txBox="1"/>
          <p:nvPr/>
        </p:nvSpPr>
        <p:spPr>
          <a:xfrm>
            <a:off x="2040747" y="1120291"/>
            <a:ext cx="7399979" cy="646331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CN" dirty="0"/>
              <a:t>PCBA</a:t>
            </a:r>
            <a:r>
              <a:rPr lang="zh-CN" altLang="en-US" dirty="0"/>
              <a:t>的</a:t>
            </a:r>
            <a:r>
              <a:rPr lang="en-US" altLang="zh-CN" dirty="0"/>
              <a:t>3D</a:t>
            </a:r>
            <a:r>
              <a:rPr lang="zh-CN" altLang="en-US" dirty="0"/>
              <a:t>图除了那些小的贴片电阻，电容等小的零件（统一避空高度设为</a:t>
            </a:r>
            <a:r>
              <a:rPr lang="en-US" altLang="zh-CN" dirty="0"/>
              <a:t>0.8mm</a:t>
            </a:r>
            <a:r>
              <a:rPr lang="zh-CN" altLang="en-US" dirty="0"/>
              <a:t>）没有</a:t>
            </a:r>
            <a:r>
              <a:rPr lang="en-US" altLang="zh-CN" dirty="0"/>
              <a:t>3D</a:t>
            </a:r>
            <a:r>
              <a:rPr lang="zh-CN" altLang="en-US" dirty="0"/>
              <a:t>数据化，其他的结构件零件都已</a:t>
            </a:r>
            <a:r>
              <a:rPr lang="en-US" altLang="zh-CN" dirty="0"/>
              <a:t>3D</a:t>
            </a:r>
            <a:r>
              <a:rPr lang="zh-CN" altLang="en-US" dirty="0"/>
              <a:t>数据化，见下图</a:t>
            </a:r>
          </a:p>
        </p:txBody>
      </p:sp>
    </p:spTree>
    <p:extLst>
      <p:ext uri="{BB962C8B-B14F-4D97-AF65-F5344CB8AC3E}">
        <p14:creationId xmlns:p14="http://schemas.microsoft.com/office/powerpoint/2010/main" val="13912075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52</Words>
  <Application>Microsoft Office PowerPoint</Application>
  <PresentationFormat>宽屏</PresentationFormat>
  <Paragraphs>5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ZERO3 PCBA</vt:lpstr>
      <vt:lpstr>ZERO3 PCBA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ZERO3 PCBA</dc:title>
  <dc:creator>华鸿</dc:creator>
  <cp:lastModifiedBy>鸿 华</cp:lastModifiedBy>
  <cp:revision>5</cp:revision>
  <dcterms:created xsi:type="dcterms:W3CDTF">2023-08-31T03:34:08Z</dcterms:created>
  <dcterms:modified xsi:type="dcterms:W3CDTF">2023-09-20T06:40:49Z</dcterms:modified>
</cp:coreProperties>
</file>