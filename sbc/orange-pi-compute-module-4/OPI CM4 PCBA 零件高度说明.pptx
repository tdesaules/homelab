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4D1B6-B951-12CC-A291-367943C81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332AB6-3D38-190D-EFEC-0F6A93C30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C8D78-6C5E-9DC1-8959-145A2C25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12F17-6520-22C7-9E1F-A65FF64F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5DAA0B-9A0D-954C-D9BC-16DEA1E1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409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6FFC3-7491-F97F-1E15-32433232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43BC3-54C8-3196-BB37-2BEF5E887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8C1B7A-93F0-2A85-1BC4-C4F636CB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B5DB3-FEE7-24EC-238E-B3FAF86C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156350-233C-0EC1-D5CB-EF4953F5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86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0EA68-EBAC-90C5-7575-33E338D7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B42DD-5054-217D-53E6-7D7BD3D7E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0737C-2ADF-45D5-D829-2F0F4173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12D6D-8A7B-E4AA-72A3-F1DB54F6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D61A8B-7888-86FA-EFB9-C7E82B25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55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B5DD7-0D22-0D5B-F850-03B399A9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1E59B4-C996-A2A0-4B2F-BA99BE5E7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62BF4A-BC91-6152-ABF1-E7C0C5BC6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6977AE-CD02-5C19-AF6C-B73D0EA3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0B8FF8-F5DD-FA77-9E8D-766F010D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243291-9A15-9214-96C0-C7DB9161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53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34E85-4491-D8AA-2ED3-CB8AB5D39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74D179-BD3E-5844-A304-F35E86F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9345A7-42AC-F4EB-38BB-8B5DEF436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664358-8C95-7628-B8C2-5575EF9AF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534DD2-BF05-CCE6-57A3-F9211AEBF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4E4444-E332-CAF2-1CFB-4EDEBA4C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ED99C5-5215-4D8F-2982-5E859DFD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2E9E79-7BCC-0732-1E0B-6BF8CE775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07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2E5F4-952E-0D4D-0195-84FB6880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83F33E-51E6-92EC-406E-40DD5CA3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B8C691-0218-228D-CB7F-B680EBA9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59372B-52A3-053F-8053-2C0C98B1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291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F472BE-D95E-6863-6E48-0330A1CC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9A1D43-EDEF-2CEE-90BE-6C3EB11E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1B01C-2FAC-607B-E83E-D4AB820B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02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A2FD2-0AA5-34A1-0B04-9999A3F7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C40B4-989F-7724-291C-D1AEBC87D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6C0CE3-7970-DDDC-4F22-43F7FE4FE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9EBC4C-61D7-7FA4-9207-19E91B7D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352353-2509-87B1-8E2F-C0C1159E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442FE-06C9-0BB0-81A5-3C0D158FE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38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30AEF4-B96D-6931-1CFF-F8EEEDF6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AA6E9F-D77B-1A35-7DF1-D1946BCEC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3204F3-A96B-B712-857D-1314E766E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8296BF-232B-9A53-A06D-F66F347F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E1D76F-35FA-D55E-BEBC-C6306D9A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B76CB-C3F1-57FE-D42B-DDC4D0E4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54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D975A-EEE0-1BD4-0B53-4B06B42E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515395-7A0A-2FDC-5B52-1A4A74945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3483E-2F35-E30F-6673-A3E9AF7A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AF2640-84CB-A020-468A-754A818A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D265F0-A59A-0781-34D5-06DFC2A7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55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EB3E40-7B28-B641-06AC-11070A9D5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29375C-2B30-6FCE-9B6B-8AEF53AD6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0C8B84-371B-05E1-8EE0-3549DCEC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7009C-7524-1771-8D0C-DA5CD69B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FAA45-847F-A306-DEEC-38531C15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8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968EB5-73D2-E21B-FF3E-A9185C33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5B95DA-315E-F7A8-2E7F-FAE4F2248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C4C11-08DA-DEC9-2819-3F3169BC5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E7243-78BE-455D-A78F-C8E16769800B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67C48-14A5-4261-ED5A-15DFD3D35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F754E-7A70-804B-CEEF-30B22E0A0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36DFE-B76B-4D78-AAE5-95B9855A0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84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197A0-8DEF-09D1-E86D-13FA2A19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446"/>
            <a:ext cx="9144000" cy="129590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OPI CM4 PCBA </a:t>
            </a:r>
            <a:r>
              <a:rPr lang="zh-CN" altLang="en-US" dirty="0"/>
              <a:t>零件高度说明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168943-B59E-16CF-44EE-F294FE10C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564" y="1962794"/>
            <a:ext cx="5445382" cy="35357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635F35-6ACE-C2FB-0C90-AA9A417D99AF}"/>
              </a:ext>
            </a:extLst>
          </p:cNvPr>
          <p:cNvSpPr txBox="1"/>
          <p:nvPr/>
        </p:nvSpPr>
        <p:spPr>
          <a:xfrm>
            <a:off x="5032228" y="5752848"/>
            <a:ext cx="177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TOP VIEW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D8C281-6B87-AECA-40F6-3AE7AD3A0274}"/>
              </a:ext>
            </a:extLst>
          </p:cNvPr>
          <p:cNvSpPr txBox="1"/>
          <p:nvPr/>
        </p:nvSpPr>
        <p:spPr>
          <a:xfrm>
            <a:off x="8938109" y="2640254"/>
            <a:ext cx="2840090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注：</a:t>
            </a:r>
            <a:r>
              <a:rPr lang="en-US" altLang="zh-CN" dirty="0"/>
              <a:t>PCB</a:t>
            </a:r>
            <a:r>
              <a:rPr lang="zh-CN" altLang="en-US" dirty="0"/>
              <a:t>的</a:t>
            </a:r>
            <a:r>
              <a:rPr lang="en-US" altLang="zh-CN" dirty="0"/>
              <a:t>3D</a:t>
            </a:r>
            <a:r>
              <a:rPr lang="zh-CN" altLang="en-US" dirty="0"/>
              <a:t>图上没有画出的贴片电阻，电容统一按</a:t>
            </a:r>
            <a:r>
              <a:rPr lang="en-US" altLang="zh-CN" dirty="0"/>
              <a:t>0.8mm</a:t>
            </a:r>
            <a:r>
              <a:rPr lang="zh-CN" altLang="en-US" dirty="0"/>
              <a:t>避空，其他的按</a:t>
            </a:r>
            <a:r>
              <a:rPr lang="en-US" altLang="zh-CN" dirty="0"/>
              <a:t>PCBA</a:t>
            </a:r>
            <a:r>
              <a:rPr lang="zh-CN" altLang="en-US" dirty="0"/>
              <a:t>所画出的</a:t>
            </a:r>
            <a:r>
              <a:rPr lang="en-US" altLang="zh-CN" dirty="0"/>
              <a:t>3D</a:t>
            </a:r>
            <a:r>
              <a:rPr lang="zh-CN" altLang="en-US" dirty="0"/>
              <a:t>图避空。</a:t>
            </a:r>
          </a:p>
        </p:txBody>
      </p:sp>
    </p:spTree>
    <p:extLst>
      <p:ext uri="{BB962C8B-B14F-4D97-AF65-F5344CB8AC3E}">
        <p14:creationId xmlns:p14="http://schemas.microsoft.com/office/powerpoint/2010/main" val="2354376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197A0-8DEF-09D1-E86D-13FA2A19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446"/>
            <a:ext cx="9144000" cy="129590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OPI CM4 PCBA </a:t>
            </a:r>
            <a:r>
              <a:rPr lang="zh-CN" altLang="en-US" dirty="0"/>
              <a:t>零件高度说明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635F35-6ACE-C2FB-0C90-AA9A417D99AF}"/>
              </a:ext>
            </a:extLst>
          </p:cNvPr>
          <p:cNvSpPr txBox="1"/>
          <p:nvPr/>
        </p:nvSpPr>
        <p:spPr>
          <a:xfrm>
            <a:off x="4002771" y="5560040"/>
            <a:ext cx="177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BOTTOM VIEW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D8C281-6B87-AECA-40F6-3AE7AD3A0274}"/>
              </a:ext>
            </a:extLst>
          </p:cNvPr>
          <p:cNvSpPr txBox="1"/>
          <p:nvPr/>
        </p:nvSpPr>
        <p:spPr>
          <a:xfrm>
            <a:off x="8011598" y="2749255"/>
            <a:ext cx="2840090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注：</a:t>
            </a:r>
            <a:r>
              <a:rPr lang="en-US" altLang="zh-CN" dirty="0"/>
              <a:t>PCB</a:t>
            </a:r>
            <a:r>
              <a:rPr lang="zh-CN" altLang="en-US" dirty="0"/>
              <a:t>的</a:t>
            </a:r>
            <a:r>
              <a:rPr lang="en-US" altLang="zh-CN" dirty="0"/>
              <a:t>3D</a:t>
            </a:r>
            <a:r>
              <a:rPr lang="zh-CN" altLang="en-US" dirty="0"/>
              <a:t>图上没有画出的贴片电阻，电容统一按</a:t>
            </a:r>
            <a:r>
              <a:rPr lang="en-US" altLang="zh-CN" dirty="0"/>
              <a:t>0.8mm</a:t>
            </a:r>
            <a:r>
              <a:rPr lang="zh-CN" altLang="en-US" dirty="0"/>
              <a:t>避空，其他的按</a:t>
            </a:r>
            <a:r>
              <a:rPr lang="en-US" altLang="zh-CN" dirty="0"/>
              <a:t>PCBA</a:t>
            </a:r>
            <a:r>
              <a:rPr lang="zh-CN" altLang="en-US" dirty="0"/>
              <a:t>所画出的</a:t>
            </a:r>
            <a:r>
              <a:rPr lang="en-US" altLang="zh-CN" dirty="0"/>
              <a:t>3D</a:t>
            </a:r>
            <a:r>
              <a:rPr lang="zh-CN" altLang="en-US" dirty="0"/>
              <a:t>图的高度避空。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DDBC14-E150-9887-35A2-AA4BEDDD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624" y="1962935"/>
            <a:ext cx="4900564" cy="345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2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86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OPI CM4 PCBA 零件高度说明</vt:lpstr>
      <vt:lpstr>OPI CM4 PCBA 零件高度说明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OPI CM4 PCBA 零件高度说明</dc:title>
  <dc:creator>鸿 华</dc:creator>
  <cp:lastModifiedBy>鸿 华</cp:lastModifiedBy>
  <cp:revision>1</cp:revision>
  <dcterms:created xsi:type="dcterms:W3CDTF">2023-09-19T10:20:19Z</dcterms:created>
  <dcterms:modified xsi:type="dcterms:W3CDTF">2023-09-19T11:09:35Z</dcterms:modified>
</cp:coreProperties>
</file>